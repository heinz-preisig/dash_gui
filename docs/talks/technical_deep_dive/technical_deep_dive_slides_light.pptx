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430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A2E"/>
                </a:solidFill>
              </a:rPr>
              <a:t>DASH_GUI: A 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26DB0"/>
                </a:solidFill>
              </a:rPr>
              <a:t>Architecture · Enrichment Engine · SHACL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455"/>
                </a:solidFill>
              </a:rPr>
              <a:t>Audience: Developers, architects, semantic web practitioners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25E00"/>
                </a:solidFill>
              </a:rPr>
              <a:t>45–60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What We'll Cover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737360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647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The Brick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9222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Semantic component reuse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487168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Architecture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42032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Multi-tenant, shared core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36976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The Enrichment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9184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4-layer resolution — generic, not QUDT-only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986784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1421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SHACL Export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4164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From bricks to validation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736592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6402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Web vs Qt Frontends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91456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Same core, different UI technology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486400"/>
            <a:ext cx="457200" cy="457200"/>
          </a:xfrm>
          <a:prstGeom prst="ellipse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138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Extension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54126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Add ontologies, rules, templates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Why Traditional SHACL Authoring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303520" cy="4114800"/>
          </a:xfrm>
          <a:prstGeom prst="rect">
            <a:avLst/>
          </a:prstGeom>
          <a:solidFill>
            <a:srgbClr val="FFEDED"/>
          </a:solidFill>
          <a:ln w="19050">
            <a:solidFill>
              <a:srgbClr val="BF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BF1B1B"/>
                </a:solidFill>
              </a:rPr>
              <a:t>Traditional Approach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Write raw Turtle by hand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Manual unit lists (copy-paste)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No reuse across schemas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Validation errors found late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Ontology experts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37360"/>
            <a:ext cx="5303520" cy="4114800"/>
          </a:xfrm>
          <a:prstGeom prst="rect">
            <a:avLst/>
          </a:prstGeom>
          <a:solidFill>
            <a:srgbClr val="EDFFF3"/>
          </a:solidFill>
          <a:ln w="19050">
            <a:solidFill>
              <a:srgbClr val="16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67A40"/>
                </a:solidFill>
              </a:rPr>
              <a:t>Brick Approach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Compose visual bricks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Ontology-driven widgets (auto)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Reuse across all schemas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Enrichment hints while authoring</a:t>
            </a:r>
          </a:p>
          <a:p>
            <a:pPr algn="l"/>
            <a:r>
              <a:rPr sz="1600" b="0">
                <a:solidFill>
                  <a:srgbClr val="334455"/>
                </a:solidFill>
              </a:rPr>
              <a:t>• Domain experts can author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The Brick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What Is a Brick?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91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455"/>
                </a:solidFill>
              </a:rPr>
              <a:t>A Brick = NodeShape + PropertyShapes, stored as JSON, exported as SHACL.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31720"/>
            <a:ext cx="54864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{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"name": "Mass",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"object_type": "NodeShape",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"target_class": "ex:Mass",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"leaf_properties": [{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  "path": "ex:value",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  "datatype": "xsd:decimal",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  "sh_class": "qudt:Mass",   ← triggers enrichment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  "min_count": 1,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  "max_count": 1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  }]</a:t>
            </a:r>
          </a:p>
          <a:p>
            <a:pPr algn="l"/>
            <a:r>
              <a:rPr sz="1500">
                <a:solidFill>
                  <a:srgbClr val="024A7A"/>
                </a:solidFill>
                <a:latin typeface="Courier New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33172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26DB0"/>
                </a:solidFill>
              </a:rPr>
              <a:t>sh:class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3317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key field — drives widget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1546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26DB0"/>
                </a:solidFill>
              </a:rPr>
              <a:t>min/maxCount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1546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cardinality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97764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26DB0"/>
                </a:solidFill>
              </a:rPr>
              <a:t>JSON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fast CRUD, git-friendly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0060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026DB0"/>
                </a:solidFill>
              </a:rPr>
              <a:t>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80060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SHACL Turtle + dash:editor annotations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91640"/>
            <a:ext cx="9875520" cy="658368"/>
          </a:xfrm>
          <a:prstGeom prst="rect">
            <a:avLst/>
          </a:prstGeom>
          <a:solidFill>
            <a:srgbClr val="F5F8FF"/>
          </a:solidFill>
          <a:ln w="254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026DB0"/>
                </a:solidFill>
                <a:latin typeface="Courier New"/>
              </a:rPr>
              <a:t>Frontend Layer        </a:t>
            </a:r>
            <a:r>
              <a:rPr sz="1500">
                <a:solidFill>
                  <a:srgbClr val="334455"/>
                </a:solidFill>
                <a:latin typeface="Courier New"/>
              </a:rPr>
              <a:t>Web (React/Babel) :5001  ·  Qt (PyQt6)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14600"/>
            <a:ext cx="9875520" cy="658368"/>
          </a:xfrm>
          <a:prstGeom prst="rect">
            <a:avLst/>
          </a:prstGeom>
          <a:solidFill>
            <a:srgbClr val="F5F8FF"/>
          </a:solidFill>
          <a:ln w="254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334455"/>
                </a:solidFill>
                <a:latin typeface="Courier New"/>
              </a:rPr>
              <a:t>REST API              </a:t>
            </a:r>
            <a:r>
              <a:rPr sz="1500">
                <a:solidFill>
                  <a:srgbClr val="334455"/>
                </a:solidFill>
                <a:latin typeface="Courier New"/>
              </a:rPr>
              <a:t>Flask — multi-tenant, per-session BrickCore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37560"/>
            <a:ext cx="9875520" cy="658368"/>
          </a:xfrm>
          <a:prstGeom prst="rect">
            <a:avLst/>
          </a:prstGeom>
          <a:solidFill>
            <a:srgbClr val="F5F8FF"/>
          </a:solidFill>
          <a:ln w="25400">
            <a:solidFill>
              <a:srgbClr val="92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925E00"/>
                </a:solidFill>
                <a:latin typeface="Courier New"/>
              </a:rPr>
              <a:t>Core Services         </a:t>
            </a:r>
            <a:r>
              <a:rPr sz="1500">
                <a:solidFill>
                  <a:srgbClr val="334455"/>
                </a:solidFill>
                <a:latin typeface="Courier New"/>
              </a:rPr>
              <a:t>OntologyManager · EnrichmentEngine · SHACLExporter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60520"/>
            <a:ext cx="9875520" cy="658368"/>
          </a:xfrm>
          <a:prstGeom prst="rect">
            <a:avLst/>
          </a:prstGeom>
          <a:solidFill>
            <a:srgbClr val="F5F8FF"/>
          </a:solidFill>
          <a:ln w="25400">
            <a:solidFill>
              <a:srgbClr val="16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167A40"/>
                </a:solidFill>
                <a:latin typeface="Courier New"/>
              </a:rPr>
              <a:t>Shared Library        </a:t>
            </a:r>
            <a:r>
              <a:rPr sz="1500">
                <a:solidFill>
                  <a:srgbClr val="334455"/>
                </a:solidFill>
                <a:latin typeface="Courier New"/>
              </a:rPr>
              <a:t>JSON bricks/schemas  ·  TTL ontology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983480"/>
            <a:ext cx="9875520" cy="658368"/>
          </a:xfrm>
          <a:prstGeom prst="rect">
            <a:avLst/>
          </a:prstGeom>
          <a:solidFill>
            <a:srgbClr val="F5F8FF"/>
          </a:solidFill>
          <a:ln w="25400">
            <a:solidFill>
              <a:srgbClr val="B8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B84A00"/>
                </a:solidFill>
                <a:latin typeface="Courier New"/>
              </a:rPr>
              <a:t>Standards Out         </a:t>
            </a:r>
            <a:r>
              <a:rPr sz="1500">
                <a:solidFill>
                  <a:srgbClr val="334455"/>
                </a:solidFill>
                <a:latin typeface="Courier New"/>
              </a:rPr>
              <a:t>SHACL Turtle  ·  DASH editors  ·  HTML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25E00"/>
                </a:solidFill>
              </a:rPr>
              <a:t>Both Web and Qt share the same BrickCore — no logic duplication.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Shared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The Shared Library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669280" cy="448056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shared_libraries/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├── bricks/default/bricks/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mass_nodeshape.json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temperature_nodeshape.json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└── ...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├── schemas/default/schemas/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└── ev_battery_schema.json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└── ontologies/cache/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qudt-units.ttl       (2906 units)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qudt_quantitykind.ttl (1217 kinds)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skos.rdf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foaf.ttl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└── schema.org.ttl       (+ 14 more)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920240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 Filesystem-based — git-friendly, no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578608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 Single source of truth for both Web and Qt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36976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 17 ontologies loaded at startup (~45 MB TTL)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95344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 Add ontology → drop .ttl in cache → restart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55371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→  New prefixes &amp; enrichment rules available instantly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Layer 0: Datatype → Widget  (fast path)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sh:datatype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widget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rendered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xsd:boolean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boolean_toggle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checkbox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52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xsd:date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52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date_picker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52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calendar widget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19856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xsd:decimal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19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decimal_input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198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numeric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86784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xsd:anyURI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9867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uri_input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98678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URL-validated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5371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rdf:langString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553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language_text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5537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multilingual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xsd:integer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decimal_input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120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integer-constrained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5E00"/>
                </a:solidFill>
              </a:rPr>
              <a:t>No ontology lookup — purely declarative rules in widget_rules.ttl. Add new datatypes by adding TTL triples.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Layers 1-2: Semantic Resolution  (QUDT is one example)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394960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26DB0"/>
                </a:solidFill>
              </a:rPr>
              <a:t>Physical quantities (QUDT)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sh:class = qudt:Mass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↓ Layer 1: dimensional sig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  (1, 0, 0, 0, 0, 0, 0)  [M¹]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↓ Layer 2: applicableUnit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  query QUDT graph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→ unit_dropdown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[kg, g, lb, oz, mg, t]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737360"/>
            <a:ext cx="5394960" cy="4389120"/>
          </a:xfrm>
          <a:prstGeom prst="rect">
            <a:avLst/>
          </a:prstGeom>
          <a:solidFill>
            <a:srgbClr val="EDFFF3"/>
          </a:solidFill>
          <a:ln w="19050">
            <a:solidFill>
              <a:srgbClr val="16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7A40"/>
                </a:solidFill>
              </a:rPr>
              <a:t>Controlled vocab (SKOS)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sh:class = skos:Concept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+ skos:inScheme &lt;myVocab&gt;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↓ Layer 2: extract concepts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  from scheme graph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→ skos_selector dropdown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[Concept A, B, C ...]</a:t>
            </a:r>
          </a:p>
          <a:p>
            <a:pPr algn="l"/>
            <a:r>
              <a:rPr sz="1400" b="0">
                <a:solidFill>
                  <a:srgbClr val="334455"/>
                </a:solidFill>
              </a:rPr>
              <a:t>  (your vocabulary, not QUDT)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5E00"/>
                </a:solidFill>
              </a:rPr>
              <a:t>Any ontology with the right predicate structure works — rules declared in widget_rules.ttl, zero Python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Enrichment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Layers 3-4: Namespace &amp; Inheritance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8308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8308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78308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414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Namespace prefix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41448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Suggest known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441448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foaf:Person → name, mbox…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98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9981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Predicate in loaded onto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09981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Suggest known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99816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schema:Thing → identifier…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5818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5818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rdfs:subClassOf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758184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Entity search-as-you-type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58184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foaf:Person ⊑ foaf:Agent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1655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4165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No match at any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41655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Plain text field (fallback)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1655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455"/>
                </a:solidFill>
              </a:rPr>
              <a:t>unknown:Widget → text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5E00"/>
                </a:solidFill>
              </a:rPr>
              <a:t>Load any OWL/RDFS ontology → its classes and subclass chains become immediately available.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No vocabulary names are hardcoded in Python — purely data-driven.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Declarative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widget_rules.ttl — Rules Without Code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91640"/>
            <a:ext cx="7772400" cy="448056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# Physical quantity — dimensional signature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dashgui:MassRule a dashgui:WidgetRule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dashgui:widget              "unit_dropdown"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dashgui:dimensionalSignature "1 0 0 0 0 0 0"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dashgui:siUnit &lt;qudt-unit:KiloGM&gt; .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# Controlled vocabulary — predicate trigger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dashgui:SkosRule a dashgui:WidgetRule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dashgui:widget          "skos_selector"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dashgui:triggerPredicate skos:inScheme .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/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# Entity hierarchy — subClassOf trigger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dashgui:AgentRule a dashgui:WidgetRule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dashgui:widget          "entity_lookup"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dashgui:triggerSubClassOf foaf:Agent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✓  No ontology names in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7249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✓  12 dimensional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34381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✓  4 predicate-trigger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151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✓  3 subClassOf-trigger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864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67A40"/>
                </a:solidFill>
              </a:rPr>
              <a:t>✓  Add your rule → add TTL triples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SHACL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From Bricks to SHACL Turtle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521208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# Brick (JSON)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{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"name": "Mass",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"object_type": "NodeShape",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"leaf_properties": [{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"path": "ex:value",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"datatype": "xsd:decimal",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"sh_class": "qudt:Mass"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}]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32918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25E00"/>
                </a:solidFill>
              </a:rPr>
              <a:t>export_schema()
      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737360"/>
            <a:ext cx="493776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# SHACL (Turtle)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schema:Mass a sh:NodeShape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sh:targetClass ex:Mass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sh:property [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sh:path ex:value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sh:datatype xsd:decimal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sh:class qudt:Mass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dash:editor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dash:InstancesSelectEditor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sh:in (unit:KG unit:G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   unit:LB unit:OZ) ;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]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5E00"/>
                </a:solidFill>
              </a:rPr>
              <a:t>EnrichmentEngine runs at export time — dash:editor and sh:in resolved from sh:class via ontology lookup.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DASH Mappings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Widget Types → DASH Editors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widget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dash:editor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dash:viewer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945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dash:TextFieldEditor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boolean_toggle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432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dash:BooleanSelectEditor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dash:BooleanViewer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29184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date_picker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2918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dash:DatePickerEditor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9184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404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decimal_input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404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dash:DecimalFieldEditor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4048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unit_dropdown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38912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dash:InstancesSelectEditor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38912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3776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skos_selector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3776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dash:InstancesSelectEditor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93776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4864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entity_lookup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8640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dash:AutoCompleteEditor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4864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dash:LabelViewer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25E00"/>
                </a:solidFill>
              </a:rPr>
              <a:t>DASH (Data Shapes) provides the form widgets — SHACL provides the validation constraints.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Frontend: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Web Frontend: React + Babel  (single file)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713232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index.html  (inline JSX, Babel standalone — no build step)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└── App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SessionManager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├── BrickList  (sidebar)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└── BrickEditor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├── BasicFields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├── LeafPropertiesList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└── PropertyEditorModal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    ├── DatatypeSelector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    ├── OntologyBrowser  (all 17 ontologies)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            └── EnrichmentDisplay  (live widget 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92024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192024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Flask backend, per-session BrickCore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6334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Enrichment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263347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useEffect hooks call /api/enrichment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34670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346704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Browser opens on 'All Ontologies' merged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599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No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405993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Babel transpiles in-browser — rapid iteration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731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477316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Migrate to Vite + React for production DX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Frontend: Qt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Qt Frontend: PyQt6 + UI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737360"/>
            <a:ext cx="7498079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02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brick_editor.py  (main window)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├── loadUi('property_editor.ui')   ← Qt Designer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Constraint group boxes (dynamic show/hide)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Datatype combo → _update_group_visibility()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└── Class browser button → SimpleOntologyBrowser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├── gui_components.py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PropertyEditorDialog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├── ConstraintEditorDialog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│   └── SimpleOntologyBrowser</a:t>
            </a:r>
          </a:p>
          <a:p>
            <a:pPr algn="l"/>
            <a:r>
              <a:rPr sz="1400">
                <a:solidFill>
                  <a:srgbClr val="024A7A"/>
                </a:solidFill>
                <a:latin typeface="Courier New"/>
              </a:rPr>
              <a:t>└── brick_core_simple.py  ← same as web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210312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UI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210312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.ui XML — layout changes without recompile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8529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loadUi()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28529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Dynamic load at runtime — no pyuic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0273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Same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3602736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BrickCore shared with Flask web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35254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26DB0"/>
                </a:solidFill>
              </a:rPr>
              <a:t>Parity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4352544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455"/>
                </a:solidFill>
              </a:rPr>
              <a:t>Same constraint fields as web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5E00"/>
                </a:solidFill>
              </a:rPr>
              <a:t>Key Point: Same BrickCore, different UI technology — no logic duplication.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Extension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How to Extend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7373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DB0"/>
                </a:solidFill>
              </a:rPr>
              <a:t>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Add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945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Drop .ttl in ontologies/cache/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9456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New classes &amp; prefixes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529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Add widget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529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Add triples to widget_rules.ttl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85292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New trigger → new widget, no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1129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Add datatype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1129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Add rule to widget_rules.ttl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511296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New datatype → new widget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69664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Custom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69664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Subclass BrickCore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169664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Hook into save/load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2803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Custom exporter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82803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Subclass SHACLExporter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82803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7A40"/>
                </a:solidFill>
              </a:rPr>
              <a:t>Custom Turtle templates or formats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25E00"/>
                </a:solidFill>
              </a:rPr>
              <a:t>Everything is pluggable — no ontology names hardcoded in Python.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600" b="1">
                <a:solidFill>
                  <a:srgbClr val="FFFFFF"/>
                </a:solidFill>
              </a:rPr>
              <a:t>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Ontologies loaded at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7373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17  (≈ 45 MB TTL)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QUDT units indexed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2,906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Quantity kinds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346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1,217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Schema.org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383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2,987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Enrichment cache hit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319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~95 %  (in-memory per session)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SHACL export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48056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&lt; 100 ms per brick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Concurrent sessions tested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292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Session memory 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57784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~10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6217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455"/>
                </a:solidFill>
              </a:rPr>
              <a:t>Test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61264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7A40"/>
                </a:solidFill>
              </a:rPr>
              <a:t>60 pytest tests, all passing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DB0"/>
                </a:solidFill>
              </a:rPr>
              <a:t>🧱  Bricks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4592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455"/>
                </a:solidFill>
              </a:rPr>
              <a:t>Semantic, reusable SHACL components — NodeShape + PropertyShapes as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0545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DB0"/>
                </a:solidFill>
              </a:rPr>
              <a:t>🔍  Enrichment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05456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455"/>
                </a:solidFill>
              </a:rPr>
              <a:t>4-layer resolution — generic, not QUDT-only; any ontology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649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DB0"/>
                </a:solidFill>
              </a:rPr>
              <a:t>🏗  Multi-tenant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3649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455"/>
                </a:solidFill>
              </a:rPr>
              <a:t>Web + Qt + API share one BrickCore — no logic duplication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DB0"/>
                </a:solidFill>
              </a:rPr>
              <a:t>🔌  Extensible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24528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455"/>
                </a:solidFill>
              </a:rPr>
              <a:t>Add ontologies or TTL rules — zero Python changes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840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26DB0"/>
                </a:solidFill>
              </a:rPr>
              <a:t>📐 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084064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455"/>
                </a:solidFill>
              </a:rPr>
              <a:t>SHACL + DASH output — works with any validator, no vendor lock-in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1A1A2E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25E00"/>
                </a:solidFill>
              </a:rPr>
              <a:t>Q: Why not JSON Schema?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015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A: SHACL validates semantics (units, linked data); JSON Schema validates structure. Can convert.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136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25E00"/>
                </a:solidFill>
              </a:rPr>
              <a:t>Q: Why not use SPARQL for ontology queries?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A: rdflib supports it, but direct traversal is faster, simpler to debug, and sufficient — SPARQL adds value only for complex cross-graph joins.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974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25E00"/>
                </a:solidFill>
              </a:rPr>
              <a:t>Q: Can it work with property graphs (Neo4j)?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9379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A: SHACL is RDF-native; but SHACL validates before storage — export to JSON/JSON-LD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0585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25E00"/>
                </a:solidFill>
              </a:rPr>
              <a:t>Q: Why single-file React?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990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455"/>
                </a:solidFill>
              </a:rPr>
              <a:t>A: Rapid prototyping, no build step. Production: migrate to Vite + React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